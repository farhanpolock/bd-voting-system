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4" r:id="rId2"/>
    <p:sldId id="257" r:id="rId3"/>
    <p:sldId id="258" r:id="rId4"/>
    <p:sldId id="269" r:id="rId5"/>
    <p:sldId id="266" r:id="rId6"/>
    <p:sldId id="259" r:id="rId7"/>
    <p:sldId id="270" r:id="rId8"/>
    <p:sldId id="265" r:id="rId9"/>
    <p:sldId id="263" r:id="rId10"/>
    <p:sldId id="27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an Polock" userId="d1738d3cc5eaa343" providerId="LiveId" clId="{35A60783-7FF2-4DC9-A482-DD24C8AD5EA3}"/>
    <pc:docChg chg="custSel addSld delSld modSld">
      <pc:chgData name="Farhan Polock" userId="d1738d3cc5eaa343" providerId="LiveId" clId="{35A60783-7FF2-4DC9-A482-DD24C8AD5EA3}" dt="2025-10-27T17:13:48.596" v="210" actId="20577"/>
      <pc:docMkLst>
        <pc:docMk/>
      </pc:docMkLst>
      <pc:sldChg chg="addSp delSp modSp mod">
        <pc:chgData name="Farhan Polock" userId="d1738d3cc5eaa343" providerId="LiveId" clId="{35A60783-7FF2-4DC9-A482-DD24C8AD5EA3}" dt="2025-10-27T17:13:48.596" v="210" actId="20577"/>
        <pc:sldMkLst>
          <pc:docMk/>
          <pc:sldMk cId="0" sldId="257"/>
        </pc:sldMkLst>
        <pc:spChg chg="del mod">
          <ac:chgData name="Farhan Polock" userId="d1738d3cc5eaa343" providerId="LiveId" clId="{35A60783-7FF2-4DC9-A482-DD24C8AD5EA3}" dt="2025-10-27T16:59:05.988" v="202" actId="478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Farhan Polock" userId="d1738d3cc5eaa343" providerId="LiveId" clId="{35A60783-7FF2-4DC9-A482-DD24C8AD5EA3}" dt="2025-10-27T16:59:09.348" v="203"/>
          <ac:spMkLst>
            <pc:docMk/>
            <pc:sldMk cId="0" sldId="257"/>
            <ac:spMk id="5" creationId="{4A5332DB-2897-4CEF-BE25-5FECD86CA7DC}"/>
          </ac:spMkLst>
        </pc:spChg>
        <pc:spChg chg="add mod">
          <ac:chgData name="Farhan Polock" userId="d1738d3cc5eaa343" providerId="LiveId" clId="{35A60783-7FF2-4DC9-A482-DD24C8AD5EA3}" dt="2025-10-27T17:13:48.596" v="210" actId="20577"/>
          <ac:spMkLst>
            <pc:docMk/>
            <pc:sldMk cId="0" sldId="257"/>
            <ac:spMk id="9" creationId="{E855DC51-DA8B-4EAF-B7D2-2376859AE04A}"/>
          </ac:spMkLst>
        </pc:spChg>
        <pc:picChg chg="add del mod">
          <ac:chgData name="Farhan Polock" userId="d1738d3cc5eaa343" providerId="LiveId" clId="{35A60783-7FF2-4DC9-A482-DD24C8AD5EA3}" dt="2025-10-27T16:59:23.076" v="205" actId="478"/>
          <ac:picMkLst>
            <pc:docMk/>
            <pc:sldMk cId="0" sldId="257"/>
            <ac:picMk id="7" creationId="{AFDB73D6-1657-4C6B-A46F-156C3AA5ABB2}"/>
          </ac:picMkLst>
        </pc:picChg>
      </pc:sldChg>
      <pc:sldChg chg="addSp delSp modSp mod">
        <pc:chgData name="Farhan Polock" userId="d1738d3cc5eaa343" providerId="LiveId" clId="{35A60783-7FF2-4DC9-A482-DD24C8AD5EA3}" dt="2025-10-27T16:53:44.992" v="199" actId="14100"/>
        <pc:sldMkLst>
          <pc:docMk/>
          <pc:sldMk cId="0" sldId="258"/>
        </pc:sldMkLst>
        <pc:spChg chg="del">
          <ac:chgData name="Farhan Polock" userId="d1738d3cc5eaa343" providerId="LiveId" clId="{35A60783-7FF2-4DC9-A482-DD24C8AD5EA3}" dt="2025-10-27T16:53:05.981" v="192" actId="478"/>
          <ac:spMkLst>
            <pc:docMk/>
            <pc:sldMk cId="0" sldId="258"/>
            <ac:spMk id="3" creationId="{00000000-0000-0000-0000-000000000000}"/>
          </ac:spMkLst>
        </pc:spChg>
        <pc:spChg chg="add del mod">
          <ac:chgData name="Farhan Polock" userId="d1738d3cc5eaa343" providerId="LiveId" clId="{35A60783-7FF2-4DC9-A482-DD24C8AD5EA3}" dt="2025-10-27T16:53:19.659" v="196"/>
          <ac:spMkLst>
            <pc:docMk/>
            <pc:sldMk cId="0" sldId="258"/>
            <ac:spMk id="5" creationId="{2C3A4D50-F593-42D9-A11B-00F5EC6ABE53}"/>
          </ac:spMkLst>
        </pc:spChg>
        <pc:spChg chg="add del mod">
          <ac:chgData name="Farhan Polock" userId="d1738d3cc5eaa343" providerId="LiveId" clId="{35A60783-7FF2-4DC9-A482-DD24C8AD5EA3}" dt="2025-10-27T16:53:15.966" v="195" actId="478"/>
          <ac:spMkLst>
            <pc:docMk/>
            <pc:sldMk cId="0" sldId="258"/>
            <ac:spMk id="6" creationId="{EA91D970-DBD1-4113-ACC6-72C53531E336}"/>
          </ac:spMkLst>
        </pc:spChg>
        <pc:spChg chg="add del mod">
          <ac:chgData name="Farhan Polock" userId="d1738d3cc5eaa343" providerId="LiveId" clId="{35A60783-7FF2-4DC9-A482-DD24C8AD5EA3}" dt="2025-10-27T16:53:38.637" v="197"/>
          <ac:spMkLst>
            <pc:docMk/>
            <pc:sldMk cId="0" sldId="258"/>
            <ac:spMk id="7" creationId="{30FD7F2B-9C84-4F22-B492-C4588DC1AD34}"/>
          </ac:spMkLst>
        </pc:spChg>
        <pc:picChg chg="add mod">
          <ac:chgData name="Farhan Polock" userId="d1738d3cc5eaa343" providerId="LiveId" clId="{35A60783-7FF2-4DC9-A482-DD24C8AD5EA3}" dt="2025-10-27T16:53:44.992" v="199" actId="14100"/>
          <ac:picMkLst>
            <pc:docMk/>
            <pc:sldMk cId="0" sldId="258"/>
            <ac:picMk id="9" creationId="{DF792878-C61A-4271-B4C2-28140E837E3F}"/>
          </ac:picMkLst>
        </pc:picChg>
      </pc:sldChg>
      <pc:sldChg chg="addSp modSp mod">
        <pc:chgData name="Farhan Polock" userId="d1738d3cc5eaa343" providerId="LiveId" clId="{35A60783-7FF2-4DC9-A482-DD24C8AD5EA3}" dt="2025-10-27T12:28:59.429" v="103" actId="20577"/>
        <pc:sldMkLst>
          <pc:docMk/>
          <pc:sldMk cId="0" sldId="259"/>
        </pc:sldMkLst>
        <pc:spChg chg="mod">
          <ac:chgData name="Farhan Polock" userId="d1738d3cc5eaa343" providerId="LiveId" clId="{35A60783-7FF2-4DC9-A482-DD24C8AD5EA3}" dt="2025-10-27T12:28:47.393" v="82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Farhan Polock" userId="d1738d3cc5eaa343" providerId="LiveId" clId="{35A60783-7FF2-4DC9-A482-DD24C8AD5EA3}" dt="2025-10-27T12:28:59.429" v="103" actId="20577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Farhan Polock" userId="d1738d3cc5eaa343" providerId="LiveId" clId="{35A60783-7FF2-4DC9-A482-DD24C8AD5EA3}" dt="2025-10-27T12:20:53.753" v="11" actId="14100"/>
          <ac:picMkLst>
            <pc:docMk/>
            <pc:sldMk cId="0" sldId="259"/>
            <ac:picMk id="5" creationId="{F54F1E02-D0F3-40C0-9F68-D43218E3ED36}"/>
          </ac:picMkLst>
        </pc:picChg>
      </pc:sldChg>
      <pc:sldChg chg="del">
        <pc:chgData name="Farhan Polock" userId="d1738d3cc5eaa343" providerId="LiveId" clId="{35A60783-7FF2-4DC9-A482-DD24C8AD5EA3}" dt="2025-10-27T12:47:21.576" v="161" actId="2696"/>
        <pc:sldMkLst>
          <pc:docMk/>
          <pc:sldMk cId="0" sldId="260"/>
        </pc:sldMkLst>
      </pc:sldChg>
      <pc:sldChg chg="del">
        <pc:chgData name="Farhan Polock" userId="d1738d3cc5eaa343" providerId="LiveId" clId="{35A60783-7FF2-4DC9-A482-DD24C8AD5EA3}" dt="2025-10-27T12:48:39.401" v="165" actId="2696"/>
        <pc:sldMkLst>
          <pc:docMk/>
          <pc:sldMk cId="0" sldId="261"/>
        </pc:sldMkLst>
      </pc:sldChg>
      <pc:sldChg chg="del">
        <pc:chgData name="Farhan Polock" userId="d1738d3cc5eaa343" providerId="LiveId" clId="{35A60783-7FF2-4DC9-A482-DD24C8AD5EA3}" dt="2025-10-27T12:48:43.572" v="166" actId="2696"/>
        <pc:sldMkLst>
          <pc:docMk/>
          <pc:sldMk cId="0" sldId="262"/>
        </pc:sldMkLst>
      </pc:sldChg>
      <pc:sldChg chg="modSp mod">
        <pc:chgData name="Farhan Polock" userId="d1738d3cc5eaa343" providerId="LiveId" clId="{35A60783-7FF2-4DC9-A482-DD24C8AD5EA3}" dt="2025-10-27T12:48:00.122" v="163" actId="20577"/>
        <pc:sldMkLst>
          <pc:docMk/>
          <pc:sldMk cId="0" sldId="263"/>
        </pc:sldMkLst>
        <pc:spChg chg="mod">
          <ac:chgData name="Farhan Polock" userId="d1738d3cc5eaa343" providerId="LiveId" clId="{35A60783-7FF2-4DC9-A482-DD24C8AD5EA3}" dt="2025-10-27T12:48:00.122" v="163" actId="20577"/>
          <ac:spMkLst>
            <pc:docMk/>
            <pc:sldMk cId="0" sldId="263"/>
            <ac:spMk id="3" creationId="{00000000-0000-0000-0000-000000000000}"/>
          </ac:spMkLst>
        </pc:spChg>
      </pc:sldChg>
      <pc:sldChg chg="addSp modSp new mod">
        <pc:chgData name="Farhan Polock" userId="d1738d3cc5eaa343" providerId="LiveId" clId="{35A60783-7FF2-4DC9-A482-DD24C8AD5EA3}" dt="2025-10-27T12:38:12.212" v="112" actId="113"/>
        <pc:sldMkLst>
          <pc:docMk/>
          <pc:sldMk cId="1519923781" sldId="265"/>
        </pc:sldMkLst>
        <pc:spChg chg="mod">
          <ac:chgData name="Farhan Polock" userId="d1738d3cc5eaa343" providerId="LiveId" clId="{35A60783-7FF2-4DC9-A482-DD24C8AD5EA3}" dt="2025-10-27T12:21:57.685" v="14"/>
          <ac:spMkLst>
            <pc:docMk/>
            <pc:sldMk cId="1519923781" sldId="265"/>
            <ac:spMk id="2" creationId="{FAF76C8A-5D4E-4C9B-A045-40FDEA77AC7D}"/>
          </ac:spMkLst>
        </pc:spChg>
        <pc:spChg chg="mod">
          <ac:chgData name="Farhan Polock" userId="d1738d3cc5eaa343" providerId="LiveId" clId="{35A60783-7FF2-4DC9-A482-DD24C8AD5EA3}" dt="2025-10-27T12:38:12.212" v="112" actId="113"/>
          <ac:spMkLst>
            <pc:docMk/>
            <pc:sldMk cId="1519923781" sldId="265"/>
            <ac:spMk id="3" creationId="{2988B6FD-B8F8-46FF-AC91-D69130F3E921}"/>
          </ac:spMkLst>
        </pc:spChg>
        <pc:picChg chg="add mod">
          <ac:chgData name="Farhan Polock" userId="d1738d3cc5eaa343" providerId="LiveId" clId="{35A60783-7FF2-4DC9-A482-DD24C8AD5EA3}" dt="2025-10-27T12:37:58.750" v="110" actId="1076"/>
          <ac:picMkLst>
            <pc:docMk/>
            <pc:sldMk cId="1519923781" sldId="265"/>
            <ac:picMk id="5" creationId="{1C422298-E832-451E-A1E6-F76974DBB41C}"/>
          </ac:picMkLst>
        </pc:picChg>
      </pc:sldChg>
      <pc:sldChg chg="addSp delSp modSp new mod">
        <pc:chgData name="Farhan Polock" userId="d1738d3cc5eaa343" providerId="LiveId" clId="{35A60783-7FF2-4DC9-A482-DD24C8AD5EA3}" dt="2025-10-27T12:46:57.947" v="160" actId="20577"/>
        <pc:sldMkLst>
          <pc:docMk/>
          <pc:sldMk cId="3104253053" sldId="266"/>
        </pc:sldMkLst>
        <pc:spChg chg="mod">
          <ac:chgData name="Farhan Polock" userId="d1738d3cc5eaa343" providerId="LiveId" clId="{35A60783-7FF2-4DC9-A482-DD24C8AD5EA3}" dt="2025-10-27T12:46:57.947" v="160" actId="20577"/>
          <ac:spMkLst>
            <pc:docMk/>
            <pc:sldMk cId="3104253053" sldId="266"/>
            <ac:spMk id="2" creationId="{0D8911D7-8A7E-43D5-BE08-66876168BB63}"/>
          </ac:spMkLst>
        </pc:spChg>
        <pc:spChg chg="mod">
          <ac:chgData name="Farhan Polock" userId="d1738d3cc5eaa343" providerId="LiveId" clId="{35A60783-7FF2-4DC9-A482-DD24C8AD5EA3}" dt="2025-10-27T12:24:22.167" v="52" actId="20577"/>
          <ac:spMkLst>
            <pc:docMk/>
            <pc:sldMk cId="3104253053" sldId="266"/>
            <ac:spMk id="3" creationId="{1FC321DC-C91E-4B30-9E9A-3F44A8BC88D3}"/>
          </ac:spMkLst>
        </pc:spChg>
        <pc:spChg chg="add del mod">
          <ac:chgData name="Farhan Polock" userId="d1738d3cc5eaa343" providerId="LiveId" clId="{35A60783-7FF2-4DC9-A482-DD24C8AD5EA3}" dt="2025-10-27T12:23:47.240" v="38" actId="478"/>
          <ac:spMkLst>
            <pc:docMk/>
            <pc:sldMk cId="3104253053" sldId="266"/>
            <ac:spMk id="5" creationId="{EC77C79A-CA3C-4846-9754-89A9969A07F2}"/>
          </ac:spMkLst>
        </pc:spChg>
        <pc:picChg chg="add mod">
          <ac:chgData name="Farhan Polock" userId="d1738d3cc5eaa343" providerId="LiveId" clId="{35A60783-7FF2-4DC9-A482-DD24C8AD5EA3}" dt="2025-10-27T12:24:44.135" v="55" actId="1076"/>
          <ac:picMkLst>
            <pc:docMk/>
            <pc:sldMk cId="3104253053" sldId="266"/>
            <ac:picMk id="7" creationId="{C0446C56-CD7A-41DE-A710-1D12812D53C5}"/>
          </ac:picMkLst>
        </pc:picChg>
      </pc:sldChg>
      <pc:sldChg chg="addSp delSp modSp new del mod">
        <pc:chgData name="Farhan Polock" userId="d1738d3cc5eaa343" providerId="LiveId" clId="{35A60783-7FF2-4DC9-A482-DD24C8AD5EA3}" dt="2025-10-27T12:42:32.957" v="132" actId="2696"/>
        <pc:sldMkLst>
          <pc:docMk/>
          <pc:sldMk cId="3175574591" sldId="267"/>
        </pc:sldMkLst>
        <pc:spChg chg="mod">
          <ac:chgData name="Farhan Polock" userId="d1738d3cc5eaa343" providerId="LiveId" clId="{35A60783-7FF2-4DC9-A482-DD24C8AD5EA3}" dt="2025-10-27T12:41:08.785" v="122" actId="1076"/>
          <ac:spMkLst>
            <pc:docMk/>
            <pc:sldMk cId="3175574591" sldId="267"/>
            <ac:spMk id="2" creationId="{1367DF1B-5C02-4F98-9FBC-38A19EEE396D}"/>
          </ac:spMkLst>
        </pc:spChg>
        <pc:spChg chg="del mod">
          <ac:chgData name="Farhan Polock" userId="d1738d3cc5eaa343" providerId="LiveId" clId="{35A60783-7FF2-4DC9-A482-DD24C8AD5EA3}" dt="2025-10-27T12:38:41.202" v="115" actId="478"/>
          <ac:spMkLst>
            <pc:docMk/>
            <pc:sldMk cId="3175574591" sldId="267"/>
            <ac:spMk id="3" creationId="{E3071B48-7FA1-4BE7-8B97-A642F958F491}"/>
          </ac:spMkLst>
        </pc:spChg>
        <pc:picChg chg="add mod">
          <ac:chgData name="Farhan Polock" userId="d1738d3cc5eaa343" providerId="LiveId" clId="{35A60783-7FF2-4DC9-A482-DD24C8AD5EA3}" dt="2025-10-27T12:41:57.756" v="125" actId="1076"/>
          <ac:picMkLst>
            <pc:docMk/>
            <pc:sldMk cId="3175574591" sldId="267"/>
            <ac:picMk id="5" creationId="{ADC1208C-058E-4195-94D9-C286A8C8001F}"/>
          </ac:picMkLst>
        </pc:picChg>
      </pc:sldChg>
      <pc:sldChg chg="modSp new del mod">
        <pc:chgData name="Farhan Polock" userId="d1738d3cc5eaa343" providerId="LiveId" clId="{35A60783-7FF2-4DC9-A482-DD24C8AD5EA3}" dt="2025-10-27T12:48:34.299" v="164" actId="2696"/>
        <pc:sldMkLst>
          <pc:docMk/>
          <pc:sldMk cId="795548714" sldId="268"/>
        </pc:sldMkLst>
        <pc:spChg chg="mod">
          <ac:chgData name="Farhan Polock" userId="d1738d3cc5eaa343" providerId="LiveId" clId="{35A60783-7FF2-4DC9-A482-DD24C8AD5EA3}" dt="2025-10-27T12:37:11.191" v="105"/>
          <ac:spMkLst>
            <pc:docMk/>
            <pc:sldMk cId="795548714" sldId="268"/>
            <ac:spMk id="3" creationId="{959EE5F7-DAA0-4CD0-94A1-9FCE7911AEA5}"/>
          </ac:spMkLst>
        </pc:spChg>
      </pc:sldChg>
      <pc:sldChg chg="addSp delSp modSp new mod">
        <pc:chgData name="Farhan Polock" userId="d1738d3cc5eaa343" providerId="LiveId" clId="{35A60783-7FF2-4DC9-A482-DD24C8AD5EA3}" dt="2025-10-27T13:08:56.221" v="191" actId="14100"/>
        <pc:sldMkLst>
          <pc:docMk/>
          <pc:sldMk cId="3961614571" sldId="269"/>
        </pc:sldMkLst>
        <pc:spChg chg="del mod">
          <ac:chgData name="Farhan Polock" userId="d1738d3cc5eaa343" providerId="LiveId" clId="{35A60783-7FF2-4DC9-A482-DD24C8AD5EA3}" dt="2025-10-27T13:07:56.851" v="181" actId="478"/>
          <ac:spMkLst>
            <pc:docMk/>
            <pc:sldMk cId="3961614571" sldId="269"/>
            <ac:spMk id="2" creationId="{35E850BB-1B57-4C65-A770-35492FFC4067}"/>
          </ac:spMkLst>
        </pc:spChg>
        <pc:spChg chg="del mod">
          <ac:chgData name="Farhan Polock" userId="d1738d3cc5eaa343" providerId="LiveId" clId="{35A60783-7FF2-4DC9-A482-DD24C8AD5EA3}" dt="2025-10-27T13:07:51.696" v="179" actId="478"/>
          <ac:spMkLst>
            <pc:docMk/>
            <pc:sldMk cId="3961614571" sldId="269"/>
            <ac:spMk id="3" creationId="{02E8DADE-B080-4561-8451-B72227B33F23}"/>
          </ac:spMkLst>
        </pc:spChg>
        <pc:spChg chg="add del mod">
          <ac:chgData name="Farhan Polock" userId="d1738d3cc5eaa343" providerId="LiveId" clId="{35A60783-7FF2-4DC9-A482-DD24C8AD5EA3}" dt="2025-10-27T13:08:16.365" v="186"/>
          <ac:spMkLst>
            <pc:docMk/>
            <pc:sldMk cId="3961614571" sldId="269"/>
            <ac:spMk id="5" creationId="{CE5C5737-8F73-426F-A303-A42785CAFCBF}"/>
          </ac:spMkLst>
        </pc:spChg>
        <pc:spChg chg="add del mod">
          <ac:chgData name="Farhan Polock" userId="d1738d3cc5eaa343" providerId="LiveId" clId="{35A60783-7FF2-4DC9-A482-DD24C8AD5EA3}" dt="2025-10-27T13:08:01.354" v="184" actId="478"/>
          <ac:spMkLst>
            <pc:docMk/>
            <pc:sldMk cId="3961614571" sldId="269"/>
            <ac:spMk id="7" creationId="{7A5F5EE2-2216-43EF-AE4E-7346594EF9A7}"/>
          </ac:spMkLst>
        </pc:spChg>
        <pc:spChg chg="add del mod">
          <ac:chgData name="Farhan Polock" userId="d1738d3cc5eaa343" providerId="LiveId" clId="{35A60783-7FF2-4DC9-A482-DD24C8AD5EA3}" dt="2025-10-27T13:08:45.773" v="187"/>
          <ac:spMkLst>
            <pc:docMk/>
            <pc:sldMk cId="3961614571" sldId="269"/>
            <ac:spMk id="8" creationId="{34995D90-6590-45AE-8069-2C4FE8EB6300}"/>
          </ac:spMkLst>
        </pc:spChg>
        <pc:picChg chg="add mod">
          <ac:chgData name="Farhan Polock" userId="d1738d3cc5eaa343" providerId="LiveId" clId="{35A60783-7FF2-4DC9-A482-DD24C8AD5EA3}" dt="2025-10-27T13:08:56.221" v="191" actId="14100"/>
          <ac:picMkLst>
            <pc:docMk/>
            <pc:sldMk cId="3961614571" sldId="269"/>
            <ac:picMk id="10" creationId="{4F020725-B23D-427D-A16F-1179E9AA5518}"/>
          </ac:picMkLst>
        </pc:picChg>
      </pc:sldChg>
      <pc:sldChg chg="addSp delSp modSp new mod">
        <pc:chgData name="Farhan Polock" userId="d1738d3cc5eaa343" providerId="LiveId" clId="{35A60783-7FF2-4DC9-A482-DD24C8AD5EA3}" dt="2025-10-27T12:42:21.645" v="131" actId="478"/>
        <pc:sldMkLst>
          <pc:docMk/>
          <pc:sldMk cId="1541140032" sldId="270"/>
        </pc:sldMkLst>
        <pc:spChg chg="mod">
          <ac:chgData name="Farhan Polock" userId="d1738d3cc5eaa343" providerId="LiveId" clId="{35A60783-7FF2-4DC9-A482-DD24C8AD5EA3}" dt="2025-10-27T12:41:20.494" v="124"/>
          <ac:spMkLst>
            <pc:docMk/>
            <pc:sldMk cId="1541140032" sldId="270"/>
            <ac:spMk id="2" creationId="{A09BA4ED-540A-4642-AB59-18FDF84AC04C}"/>
          </ac:spMkLst>
        </pc:spChg>
        <pc:spChg chg="del mod">
          <ac:chgData name="Farhan Polock" userId="d1738d3cc5eaa343" providerId="LiveId" clId="{35A60783-7FF2-4DC9-A482-DD24C8AD5EA3}" dt="2025-10-27T12:42:21.645" v="131" actId="478"/>
          <ac:spMkLst>
            <pc:docMk/>
            <pc:sldMk cId="1541140032" sldId="270"/>
            <ac:spMk id="3" creationId="{791DFE2C-B966-403C-95CA-17942CBD0838}"/>
          </ac:spMkLst>
        </pc:spChg>
        <pc:picChg chg="add mod">
          <ac:chgData name="Farhan Polock" userId="d1738d3cc5eaa343" providerId="LiveId" clId="{35A60783-7FF2-4DC9-A482-DD24C8AD5EA3}" dt="2025-10-27T12:42:04.269" v="126"/>
          <ac:picMkLst>
            <pc:docMk/>
            <pc:sldMk cId="1541140032" sldId="270"/>
            <ac:picMk id="4" creationId="{8812B370-E753-497B-8AAF-B2E24ECC4BD9}"/>
          </ac:picMkLst>
        </pc:picChg>
      </pc:sldChg>
      <pc:sldChg chg="addSp delSp modSp new mod">
        <pc:chgData name="Farhan Polock" userId="d1738d3cc5eaa343" providerId="LiveId" clId="{35A60783-7FF2-4DC9-A482-DD24C8AD5EA3}" dt="2025-10-27T12:52:54.830" v="175" actId="1076"/>
        <pc:sldMkLst>
          <pc:docMk/>
          <pc:sldMk cId="2700367743" sldId="271"/>
        </pc:sldMkLst>
        <pc:spChg chg="del mod">
          <ac:chgData name="Farhan Polock" userId="d1738d3cc5eaa343" providerId="LiveId" clId="{35A60783-7FF2-4DC9-A482-DD24C8AD5EA3}" dt="2025-10-27T12:52:46.528" v="171" actId="478"/>
          <ac:spMkLst>
            <pc:docMk/>
            <pc:sldMk cId="2700367743" sldId="271"/>
            <ac:spMk id="2" creationId="{92DE6F29-1122-43F4-9148-9976DF8E5564}"/>
          </ac:spMkLst>
        </pc:spChg>
        <pc:spChg chg="del">
          <ac:chgData name="Farhan Polock" userId="d1738d3cc5eaa343" providerId="LiveId" clId="{35A60783-7FF2-4DC9-A482-DD24C8AD5EA3}" dt="2025-10-27T12:52:38.904" v="168"/>
          <ac:spMkLst>
            <pc:docMk/>
            <pc:sldMk cId="2700367743" sldId="271"/>
            <ac:spMk id="3" creationId="{968E1FD9-F304-4F52-8E4B-A867A8309766}"/>
          </ac:spMkLst>
        </pc:spChg>
        <pc:picChg chg="add mod">
          <ac:chgData name="Farhan Polock" userId="d1738d3cc5eaa343" providerId="LiveId" clId="{35A60783-7FF2-4DC9-A482-DD24C8AD5EA3}" dt="2025-10-27T12:52:54.830" v="175" actId="1076"/>
          <ac:picMkLst>
            <pc:docMk/>
            <pc:sldMk cId="2700367743" sldId="271"/>
            <ac:picMk id="5" creationId="{0D73946E-DA4A-4D21-B12B-2C86079A86D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99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56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4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53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99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70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8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85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252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9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73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1596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47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938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321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12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54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532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813C2-E3EB-4FCC-8442-11F616206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594360"/>
            <a:ext cx="6377940" cy="1293028"/>
          </a:xfrm>
        </p:spPr>
        <p:txBody>
          <a:bodyPr>
            <a:normAutofit/>
          </a:bodyPr>
          <a:lstStyle/>
          <a:p>
            <a:r>
              <a:rPr lang="en-US" sz="2400" b="1" dirty="0"/>
              <a:t>Software Engineering Laboratory</a:t>
            </a:r>
            <a:br>
              <a:rPr lang="en-US" sz="2400" b="1" dirty="0"/>
            </a:br>
            <a:r>
              <a:rPr lang="en-US" b="1" dirty="0"/>
              <a:t>CSE-3104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13CCA-4BBA-4DD1-8525-FD4BE95A9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795167"/>
            <a:ext cx="7955280" cy="40690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                </a:t>
            </a:r>
            <a:r>
              <a:rPr lang="en-US" sz="4000" b="1" dirty="0">
                <a:solidFill>
                  <a:schemeClr val="accent2"/>
                </a:solidFill>
              </a:rPr>
              <a:t>BD Voting System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highlight>
                  <a:srgbClr val="FF0000"/>
                </a:highlight>
              </a:rPr>
              <a:t>Presented By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highlight>
                  <a:srgbClr val="FF0000"/>
                </a:highlight>
              </a:rPr>
              <a:t>: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highlight>
                  <a:srgbClr val="000000"/>
                </a:highlight>
              </a:rPr>
              <a:t>Farhan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highlight>
                  <a:srgbClr val="000000"/>
                </a:highlight>
              </a:rPr>
              <a:t>Mehmud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highlight>
                  <a:srgbClr val="000000"/>
                </a:highlight>
              </a:rPr>
              <a:t> Polock (ID:20232037010)</a:t>
            </a:r>
          </a:p>
          <a:p>
            <a:pPr marL="0" indent="0">
              <a:buNone/>
            </a:pP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highlight>
                  <a:srgbClr val="000000"/>
                </a:highlight>
              </a:rPr>
              <a:t>Jannatul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highlight>
                  <a:srgbClr val="000000"/>
                </a:highlight>
              </a:rPr>
              <a:t> Ferdous             (ID:20232020010)</a:t>
            </a:r>
          </a:p>
          <a:p>
            <a:pPr marL="0" indent="0">
              <a:buNone/>
            </a:pP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highlight>
                  <a:srgbClr val="000000"/>
                </a:highlight>
              </a:rPr>
              <a:t>Ikaramul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highlight>
                  <a:srgbClr val="000000"/>
                </a:highlight>
              </a:rPr>
              <a:t> Islam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highlight>
                  <a:srgbClr val="000000"/>
                </a:highlight>
              </a:rPr>
              <a:t>Imon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highlight>
                  <a:srgbClr val="000000"/>
                </a:highlight>
              </a:rPr>
              <a:t>       (ID;20232034010)</a:t>
            </a:r>
          </a:p>
          <a:p>
            <a:pPr marL="0" indent="0">
              <a:buNone/>
            </a:pP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>
                    <a:lumMod val="10000"/>
                  </a:schemeClr>
                </a:solidFill>
                <a:highlight>
                  <a:srgbClr val="FF0000"/>
                </a:highlight>
              </a:rPr>
              <a:t>Supervised By: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 </a:t>
            </a:r>
            <a:r>
              <a:rPr lang="en-US" sz="2400" b="1" dirty="0" err="1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Zahrul</a:t>
            </a: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 Jannat </a:t>
            </a:r>
            <a:r>
              <a:rPr lang="en-US" sz="2400" b="1" dirty="0" err="1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Peya</a:t>
            </a: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 </a:t>
            </a:r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, Assistant Professor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Department Of Computer Science And Engineering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North Western </a:t>
            </a:r>
            <a:r>
              <a:rPr lang="en-US" sz="2000" b="1" dirty="0" err="1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University,Khulna</a:t>
            </a:r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0489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55DC51-DA8B-4EAF-B7D2-2376859AE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BD Voting System is a web-based platform for secure and transparent online elections.</a:t>
            </a:r>
          </a:p>
          <a:p>
            <a:r>
              <a:rPr lang="en-US" dirty="0"/>
              <a:t> It allows voters to register, login, and cast votes easily from anywhere. </a:t>
            </a:r>
          </a:p>
          <a:p>
            <a:r>
              <a:rPr lang="en-US" dirty="0"/>
              <a:t>Admins can manage elections, candidates, and monitor real-time results. </a:t>
            </a:r>
          </a:p>
          <a:p>
            <a:r>
              <a:rPr lang="en-US" dirty="0"/>
              <a:t>The project ensures data security, reliability, and transparency in the voting process.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F792878-C61A-4271-B4C2-28140E837E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519237" y="1576553"/>
            <a:ext cx="6105525" cy="4403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F020725-B23D-427D-A16F-1179E9AA55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208690" y="1393825"/>
            <a:ext cx="6716109" cy="4197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614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911D7-8A7E-43D5-BE08-66876168B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321DC-C91E-4B30-9E9A-3F44A8BC8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Home Page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446C56-CD7A-41DE-A710-1D12812D5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241" y="3052783"/>
            <a:ext cx="6621517" cy="321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253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759" y="764373"/>
            <a:ext cx="6516413" cy="1293028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Admin Module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>
                <a:solidFill>
                  <a:srgbClr val="3C3C3C"/>
                </a:solidFill>
              </a:defRPr>
            </a:pPr>
            <a:r>
              <a:rPr lang="en-US" b="1" dirty="0">
                <a:solidFill>
                  <a:schemeClr val="tx2"/>
                </a:solidFill>
              </a:rPr>
              <a:t>      </a:t>
            </a:r>
            <a:r>
              <a:rPr b="1" dirty="0">
                <a:solidFill>
                  <a:schemeClr val="tx2"/>
                </a:solidFill>
              </a:rPr>
              <a:t> – Manages elections, candidates, and results.</a:t>
            </a:r>
            <a:endParaRPr lang="en-US" b="1" dirty="0">
              <a:solidFill>
                <a:schemeClr val="tx2"/>
              </a:solidFill>
            </a:endParaRP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b="1" dirty="0">
              <a:solidFill>
                <a:schemeClr val="tx2"/>
              </a:solidFill>
            </a:endParaRPr>
          </a:p>
          <a:p>
            <a:pPr>
              <a:defRPr sz="1800">
                <a:solidFill>
                  <a:srgbClr val="3C3C3C"/>
                </a:solidFill>
              </a:defRPr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F1E02-D0F3-40C0-9F68-D43218E3E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007" y="3179903"/>
            <a:ext cx="5055903" cy="25692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BA4ED-540A-4642-AB59-18FDF84A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Voter Registration &amp; Authentication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12B370-E753-497B-8AAF-B2E24ECC4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119" y="2457319"/>
            <a:ext cx="4540468" cy="323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140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76C8A-5D4E-4C9B-A045-40FDEA77A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Voter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8B6FD-B8F8-46FF-AC91-D69130F3E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3C3C3C"/>
                </a:solidFill>
              </a:defRPr>
            </a:pPr>
            <a:r>
              <a:rPr lang="en-US" dirty="0"/>
              <a:t> – </a:t>
            </a:r>
            <a:r>
              <a:rPr lang="en-US" b="1" dirty="0">
                <a:solidFill>
                  <a:schemeClr val="tx2"/>
                </a:solidFill>
              </a:rPr>
              <a:t>Allows registration, login, and voting.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22298-E832-451E-A1E6-F76974DBB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55580"/>
            <a:ext cx="7620000" cy="350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23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>
                <a:solidFill>
                  <a:schemeClr val="tx2"/>
                </a:solidFill>
              </a:rPr>
              <a:t>BD Voting System enhances transparency and trust in elections.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>
                <a:solidFill>
                  <a:schemeClr val="tx2"/>
                </a:solidFill>
              </a:rPr>
              <a:t>It reduces human error and simplifies the voting process.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>
                <a:solidFill>
                  <a:schemeClr val="tx2"/>
                </a:solidFill>
              </a:rPr>
              <a:t>This system can be further improved for national or institutional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73946E-DA4A-4D21-B12B-2C86079A8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7172" y="1100958"/>
            <a:ext cx="4883228" cy="4864447"/>
          </a:xfrm>
        </p:spPr>
      </p:pic>
    </p:spTree>
    <p:extLst>
      <p:ext uri="{BB962C8B-B14F-4D97-AF65-F5344CB8AC3E}">
        <p14:creationId xmlns:p14="http://schemas.microsoft.com/office/powerpoint/2010/main" val="270036774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111</TotalTime>
  <Words>180</Words>
  <Application>Microsoft Office PowerPoint</Application>
  <PresentationFormat>On-screen Show (4:3)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Software Engineering Laboratory CSE-3104</vt:lpstr>
      <vt:lpstr>Introduction</vt:lpstr>
      <vt:lpstr>Objectives</vt:lpstr>
      <vt:lpstr>PowerPoint Presentation</vt:lpstr>
      <vt:lpstr>System overview</vt:lpstr>
      <vt:lpstr>Admin Module</vt:lpstr>
      <vt:lpstr>Voter Registration &amp; Authentication</vt:lpstr>
      <vt:lpstr>Voter Module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 Voting System</dc:title>
  <dc:subject/>
  <dc:creator>Farhan Polock</dc:creator>
  <cp:keywords/>
  <dc:description>generated using python-pptx</dc:description>
  <cp:lastModifiedBy>Farhan Polock</cp:lastModifiedBy>
  <cp:revision>8</cp:revision>
  <dcterms:created xsi:type="dcterms:W3CDTF">2013-01-27T09:14:16Z</dcterms:created>
  <dcterms:modified xsi:type="dcterms:W3CDTF">2025-10-27T17:14:06Z</dcterms:modified>
  <cp:category/>
</cp:coreProperties>
</file>